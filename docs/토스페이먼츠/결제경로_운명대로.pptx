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모든 페이지 하단에 상호명·대표자명·사업자등록번호·통신판매업신고번호·사업장주소·연락처를 기재했습니다.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서비스 제공기간과 청약철회·환불 기준을 명시한 환불규정 페이지입니다.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이메일·비밀번호로 로그인합니다. 심사용 계정은 표지에 기재했습니다.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화면에서 판매 중인 리포트 상품을 고릅니다.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상품명·구성·금액과 서비스 제공기간을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풀이에 필요한 생년월일시를 입력합니다.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입력한 정보로 계산한 사주 명식을 먼저 보여 드리고, 맞는지 확인받은 뒤 결제로 넘어갑니다.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상품명·금액·결제수단·청약철회 제한 동의를 확인하고 결제를 요청합니다.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토스페이먼츠 결제창이 열리고 카드사를 선택합니다.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카드사 인증 화면까지의 흐름입니다.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0058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홈페이지 결제경로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4630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운명대로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8346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상호명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3108960" y="2834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르노바 (운명대로)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40156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사업자번호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3108960" y="340156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656-26-02081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96849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URL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3108960" y="3968496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https://www.unmyeongdaero.com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53542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 Test ID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108960" y="4535424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review@unmyeongdaero.com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510235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 Test PW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108960" y="5102352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Unmyeong2026!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8521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소셜 로그인이 아닌 이메일·비밀번호 계정입니다.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23360" y="201168"/>
            <a:ext cx="4114800" cy="420624"/>
          </a:xfrm>
          <a:prstGeom prst="roundRect">
            <a:avLst>
              <a:gd name="adj" fmla="val 21739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023360" y="201168"/>
            <a:ext cx="4114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하단 정보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713232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모든 페이지 하단에 상호명·대표자명·사업자등록번호·통신판매업신고번호·사업장주소·연락처를 기재했습니다.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188720"/>
            <a:ext cx="9601200" cy="539496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8EB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1280160" y="356616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03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캡처 없음 — captures/02-하단정보.png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23360" y="201168"/>
            <a:ext cx="4114800" cy="420624"/>
          </a:xfrm>
          <a:prstGeom prst="roundRect">
            <a:avLst>
              <a:gd name="adj" fmla="val 21739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023360" y="201168"/>
            <a:ext cx="4114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환불규정 (무형상품)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713232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서비스 제공기간과 청약철회·환불 기준을 명시한 환불규정 페이지입니다.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188720"/>
            <a:ext cx="9601200" cy="539496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8EB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1280160" y="356616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03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캡처 없음 — captures/03-환불규정.png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23360" y="201168"/>
            <a:ext cx="4114800" cy="420624"/>
          </a:xfrm>
          <a:prstGeom prst="roundRect">
            <a:avLst>
              <a:gd name="adj" fmla="val 21739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023360" y="201168"/>
            <a:ext cx="4114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로그인 / 회원가입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713232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이메일·비밀번호로 로그인합니다. 심사용 계정은 표지에 기재했습니다.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188720"/>
            <a:ext cx="9601200" cy="539496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8EB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1280160" y="356616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03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캡처 없음 — captures/04-로그인.png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23360" y="201168"/>
            <a:ext cx="4114800" cy="420624"/>
          </a:xfrm>
          <a:prstGeom prst="roundRect">
            <a:avLst>
              <a:gd name="adj" fmla="val 21739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023360" y="201168"/>
            <a:ext cx="4114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 상품 선택 (1/5)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713232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첫 화면에서 판매 중인 리포트 상품을 고릅니다.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188720"/>
            <a:ext cx="9601200" cy="539496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8EB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1280160" y="356616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03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캡처 없음 — captures/05-상품목록.png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23360" y="201168"/>
            <a:ext cx="4114800" cy="420624"/>
          </a:xfrm>
          <a:prstGeom prst="roundRect">
            <a:avLst>
              <a:gd name="adj" fmla="val 21739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023360" y="201168"/>
            <a:ext cx="4114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 상품 상세 (2/5)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713232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상품명·구성·금액과 서비스 제공기간을 확인합니다.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188720"/>
            <a:ext cx="9601200" cy="539496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8EB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1280160" y="356616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03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캡처 없음 — captures/06-상품상세.png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23360" y="201168"/>
            <a:ext cx="4114800" cy="420624"/>
          </a:xfrm>
          <a:prstGeom prst="roundRect">
            <a:avLst>
              <a:gd name="adj" fmla="val 21739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023360" y="201168"/>
            <a:ext cx="4114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 정보 입력 (3/5)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713232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풀이에 필요한 생년월일시를 입력합니다.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188720"/>
            <a:ext cx="9601200" cy="539496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8EB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1280160" y="356616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03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캡처 없음 — captures/07-정보입력.png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23360" y="201168"/>
            <a:ext cx="4114800" cy="420624"/>
          </a:xfrm>
          <a:prstGeom prst="roundRect">
            <a:avLst>
              <a:gd name="adj" fmla="val 21739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023360" y="201168"/>
            <a:ext cx="4114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 만세력 확인 (4/5)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713232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입력한 정보로 계산한 사주 명식을 먼저 보여 드리고, 맞는지 확인받은 뒤 결제로 넘어갑니다.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188720"/>
            <a:ext cx="9601200" cy="539496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8EB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1280160" y="356616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03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캡처 없음 — captures/08-만세력확인.png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23360" y="201168"/>
            <a:ext cx="4114800" cy="420624"/>
          </a:xfrm>
          <a:prstGeom prst="roundRect">
            <a:avLst>
              <a:gd name="adj" fmla="val 21739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023360" y="201168"/>
            <a:ext cx="4114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 주문 확인 (5/5)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713232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상품명·금액·결제수단·청약철회 제한 동의를 확인하고 결제를 요청합니다.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188720"/>
            <a:ext cx="9601200" cy="539496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8EB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1280160" y="356616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03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캡처 없음 — captures/09-주문확인.png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23360" y="201168"/>
            <a:ext cx="4114800" cy="420624"/>
          </a:xfrm>
          <a:prstGeom prst="roundRect">
            <a:avLst>
              <a:gd name="adj" fmla="val 21739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023360" y="201168"/>
            <a:ext cx="4114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⑥ 카드 결제경로 (1/2)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713232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토스페이먼츠 결제창이 열리고 카드사를 선택합니다.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188720"/>
            <a:ext cx="9601200" cy="539496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8EB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1280160" y="356616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03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캡처 없음 — captures/10-결제창.png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23360" y="201168"/>
            <a:ext cx="4114800" cy="420624"/>
          </a:xfrm>
          <a:prstGeom prst="roundRect">
            <a:avLst>
              <a:gd name="adj" fmla="val 21739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023360" y="201168"/>
            <a:ext cx="4114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⑥ 카드 결제경로 (2/2)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713232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카드사 인증 화면까지의 흐름입니다.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188720"/>
            <a:ext cx="9601200" cy="539496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8EB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1280160" y="356616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03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캡처 없음 — captures/11-카드사인증.png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운명대로 결제경로</dc:title>
  <dc:subject>PptxGenJS Presentation</dc:subject>
  <dc:creator>르노바</dc:creator>
  <cp:lastModifiedBy>르노바</cp:lastModifiedBy>
  <cp:revision>1</cp:revision>
  <dcterms:created xsi:type="dcterms:W3CDTF">2026-10-23T07:59:04Z</dcterms:created>
  <dcterms:modified xsi:type="dcterms:W3CDTF">2026-10-23T07:59:04Z</dcterms:modified>
</cp:coreProperties>
</file>