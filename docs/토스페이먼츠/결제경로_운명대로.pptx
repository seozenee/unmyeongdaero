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모든 페이지 하단에 상호명·대표자명·사업자등록번호·통신판매업신고번호·사업장주소·연락처를 기재했습니다.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서비스 제공기간과 청약철회·환불 기준을 명시한 환불규정 페이지입니다.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이메일·비밀번호로 로그인합니다. 심사용 계정은 표지에 기재했습니다.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화면에서 판매 중인 리포트를 고릅니다. 상품명·구성·금액이 함께 표시됩니다.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고른 상품으로 들어가 풀이에 필요한 생년월일시를 입력합니다.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입력한 정보로 계산한 사주 명식을 먼저 보여 드리고, 맞는지 확인받은 뒤 결제로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상품명·금액·결제수단·청약철회 제한 동의를 확인하고 결제를 요청합니다.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토스페이먼츠 결제창이 열립니다. 상품명과 결제 금액이 함께 표시됩니다.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계좌이체를 고른 경우의 결제창입니다.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휴대폰 결제를 고른 경우의 약관 동의 화면입니다.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비씨카드(페이북) 인증 화면입니다.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05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홈페이지 결제경로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운명대로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상호명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2834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르노바 (운명대로)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015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사업자번호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108960" y="340156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656-26-02081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6849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 URL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396849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https://www.unmyeongdaero.com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53542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 Test ID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4535424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review@unmyeongdaero.com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1023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(5) Test PW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510235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9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Unmyeong2026!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소셜 로그인이 아닌 이메일·비밀번호 계정입니다.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201168"/>
            <a:ext cx="4114800" cy="420624"/>
          </a:xfrm>
          <a:prstGeom prst="roundRect">
            <a:avLst>
              <a:gd name="adj" fmla="val 21739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023360" y="20116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하단 정보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7132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페이지 하단에 상호명·대표자명·사업자등록번호·통신판매업신고번호·사업장주소·연락처를 기재했습니다.</a:t>
            </a:r>
            <a:endParaRPr lang="en-US" sz="1300" dirty="0"/>
          </a:p>
        </p:txBody>
      </p:sp>
      <p:pic>
        <p:nvPicPr>
          <p:cNvPr id="5" name="Image 0" descr="/Users/seojinkim/Desktop/sazu-daero/docs/토스페이먼츠/captures/02-하단정보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188720"/>
            <a:ext cx="96012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201168"/>
            <a:ext cx="4114800" cy="420624"/>
          </a:xfrm>
          <a:prstGeom prst="roundRect">
            <a:avLst>
              <a:gd name="adj" fmla="val 21739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023360" y="20116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환불규정 (무형상품)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7132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제공기간과 청약철회·환불 기준을 명시한 환불규정 페이지입니다.</a:t>
            </a:r>
            <a:endParaRPr lang="en-US" sz="1300" dirty="0"/>
          </a:p>
        </p:txBody>
      </p:sp>
      <p:pic>
        <p:nvPicPr>
          <p:cNvPr id="5" name="Image 0" descr="/Users/seojinkim/Desktop/sazu-daero/docs/토스페이먼츠/captures/03-환불규정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188720"/>
            <a:ext cx="96012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201168"/>
            <a:ext cx="4114800" cy="420624"/>
          </a:xfrm>
          <a:prstGeom prst="roundRect">
            <a:avLst>
              <a:gd name="adj" fmla="val 21739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023360" y="20116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로그인 / 회원가입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7132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이메일·비밀번호로 로그인합니다. 심사용 계정은 표지에 기재했습니다.</a:t>
            </a:r>
            <a:endParaRPr lang="en-US" sz="1300" dirty="0"/>
          </a:p>
        </p:txBody>
      </p:sp>
      <p:pic>
        <p:nvPicPr>
          <p:cNvPr id="5" name="Image 0" descr="/Users/seojinkim/Desktop/sazu-daero/docs/토스페이먼츠/captures/04-로그인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188720"/>
            <a:ext cx="96012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201168"/>
            <a:ext cx="4114800" cy="420624"/>
          </a:xfrm>
          <a:prstGeom prst="roundRect">
            <a:avLst>
              <a:gd name="adj" fmla="val 21739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023360" y="20116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상품 선택 (1/4)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7132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첫 화면에서 판매 중인 리포트를 고릅니다. 상품명·구성·금액이 함께 표시됩니다.</a:t>
            </a:r>
            <a:endParaRPr lang="en-US" sz="1300" dirty="0"/>
          </a:p>
        </p:txBody>
      </p:sp>
      <p:pic>
        <p:nvPicPr>
          <p:cNvPr id="5" name="Image 0" descr="/Users/seojinkim/Desktop/sazu-daero/docs/토스페이먼츠/captures/05-상품선택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188720"/>
            <a:ext cx="96012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201168"/>
            <a:ext cx="4114800" cy="420624"/>
          </a:xfrm>
          <a:prstGeom prst="roundRect">
            <a:avLst>
              <a:gd name="adj" fmla="val 21739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023360" y="20116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정보 입력 (2/4)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7132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고른 상품으로 들어가 풀이에 필요한 생년월일시를 입력합니다.</a:t>
            </a:r>
            <a:endParaRPr lang="en-US" sz="1300" dirty="0"/>
          </a:p>
        </p:txBody>
      </p:sp>
      <p:pic>
        <p:nvPicPr>
          <p:cNvPr id="5" name="Image 0" descr="/Users/seojinkim/Desktop/sazu-daero/docs/토스페이먼츠/captures/06-상품진입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188720"/>
            <a:ext cx="96012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201168"/>
            <a:ext cx="4114800" cy="420624"/>
          </a:xfrm>
          <a:prstGeom prst="roundRect">
            <a:avLst>
              <a:gd name="adj" fmla="val 21739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023360" y="20116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만세력 확인 (3/4)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7132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입력한 정보로 계산한 사주 명식을 먼저 보여 드리고, 맞는지 확인받은 뒤 결제로 넘어갑니다.</a:t>
            </a:r>
            <a:endParaRPr lang="en-US" sz="1300" dirty="0"/>
          </a:p>
        </p:txBody>
      </p:sp>
      <p:pic>
        <p:nvPicPr>
          <p:cNvPr id="5" name="Image 0" descr="/Users/seojinkim/Desktop/sazu-daero/docs/토스페이먼츠/captures/07-만세력확인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188720"/>
            <a:ext cx="96012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201168"/>
            <a:ext cx="4114800" cy="420624"/>
          </a:xfrm>
          <a:prstGeom prst="roundRect">
            <a:avLst>
              <a:gd name="adj" fmla="val 21739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023360" y="20116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주문 확인 (4/4)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7132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상품명·금액·결제수단·청약철회 제한 동의를 확인하고 결제를 요청합니다.</a:t>
            </a:r>
            <a:endParaRPr lang="en-US" sz="1300" dirty="0"/>
          </a:p>
        </p:txBody>
      </p:sp>
      <p:pic>
        <p:nvPicPr>
          <p:cNvPr id="5" name="Image 0" descr="/Users/seojinkim/Desktop/sazu-daero/docs/토스페이먼츠/captures/08-주문확인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188720"/>
            <a:ext cx="96012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201168"/>
            <a:ext cx="4114800" cy="420624"/>
          </a:xfrm>
          <a:prstGeom prst="roundRect">
            <a:avLst>
              <a:gd name="adj" fmla="val 21739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023360" y="20116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카드 결제경로 (1/4)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7132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토스페이먼츠 결제창이 열립니다. 상품명과 결제 금액이 함께 표시됩니다.</a:t>
            </a:r>
            <a:endParaRPr lang="en-US" sz="1300" dirty="0"/>
          </a:p>
        </p:txBody>
      </p:sp>
      <p:pic>
        <p:nvPicPr>
          <p:cNvPr id="5" name="Image 0" descr="/Users/seojinkim/Desktop/sazu-daero/docs/토스페이먼츠/captures/09-결제창-수단선택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188720"/>
            <a:ext cx="96012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201168"/>
            <a:ext cx="4114800" cy="420624"/>
          </a:xfrm>
          <a:prstGeom prst="roundRect">
            <a:avLst>
              <a:gd name="adj" fmla="val 21739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023360" y="20116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카드 결제경로 (2/4)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7132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계좌이체를 고른 경우의 결제창입니다.</a:t>
            </a:r>
            <a:endParaRPr lang="en-US" sz="1300" dirty="0"/>
          </a:p>
        </p:txBody>
      </p:sp>
      <p:pic>
        <p:nvPicPr>
          <p:cNvPr id="5" name="Image 0" descr="/Users/seojinkim/Desktop/sazu-daero/docs/토스페이먼츠/captures/10-결제창-계좌이체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188720"/>
            <a:ext cx="96012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201168"/>
            <a:ext cx="4114800" cy="420624"/>
          </a:xfrm>
          <a:prstGeom prst="roundRect">
            <a:avLst>
              <a:gd name="adj" fmla="val 21739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023360" y="20116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카드 결제경로 (3/4)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7132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휴대폰 결제를 고른 경우의 약관 동의 화면입니다.</a:t>
            </a:r>
            <a:endParaRPr lang="en-US" sz="1300" dirty="0"/>
          </a:p>
        </p:txBody>
      </p:sp>
      <p:pic>
        <p:nvPicPr>
          <p:cNvPr id="5" name="Image 0" descr="/Users/seojinkim/Desktop/sazu-daero/docs/토스페이먼츠/captures/11-결제창-휴대폰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188720"/>
            <a:ext cx="96012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201168"/>
            <a:ext cx="4114800" cy="420624"/>
          </a:xfrm>
          <a:prstGeom prst="roundRect">
            <a:avLst>
              <a:gd name="adj" fmla="val 21739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023360" y="20116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카드 결제경로 (4/4)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7132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6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비씨카드(페이북) 인증 화면입니다.</a:t>
            </a:r>
            <a:endParaRPr lang="en-US" sz="1300" dirty="0"/>
          </a:p>
        </p:txBody>
      </p:sp>
      <p:pic>
        <p:nvPicPr>
          <p:cNvPr id="5" name="Image 0" descr="/Users/seojinkim/Desktop/sazu-daero/docs/토스페이먼츠/captures/12-카드사인증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188720"/>
            <a:ext cx="9601200" cy="5394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운명대로 결제경로</dc:title>
  <dc:subject>PptxGenJS Presentation</dc:subject>
  <dc:creator>르노바</dc:creator>
  <cp:lastModifiedBy>르노바</cp:lastModifiedBy>
  <cp:revision>1</cp:revision>
  <dcterms:created xsi:type="dcterms:W3CDTF">2026-10-23T15:31:11Z</dcterms:created>
  <dcterms:modified xsi:type="dcterms:W3CDTF">2026-10-23T15:31:11Z</dcterms:modified>
</cp:coreProperties>
</file>